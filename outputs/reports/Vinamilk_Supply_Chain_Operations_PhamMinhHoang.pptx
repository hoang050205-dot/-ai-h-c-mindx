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7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DBFE"/>
                </a:solidFill>
              </a:rPr>
              <a:t>VINAMILK SUPPLY CHAIN OPERATIONS 2026   |   SELF-INTRODUCTION CANDIDATE DOSSIER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4114800" cy="329184"/>
          </a:xfrm>
          <a:prstGeom prst="roundRect">
            <a:avLst>
              <a:gd name="adj" fmla="val 50000"/>
            </a:avLst>
          </a:prstGeom>
          <a:solidFill>
            <a:srgbClr val="003B99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SUPPLY CHAIN OPERATIONS INTERN CANDIDATE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&amp;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AGILITY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0E7FF"/>
                </a:solidFill>
              </a:rPr>
              <a:t>Leveraging dual-degree academic rigor, real-world 3F agribusiness logistics experience, and AI-driven workflow optimization to empower Vinamilk's farm-to-table excellence.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45262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72"/>
                </a:solidFill>
              </a:rPr>
              <a:t>Pham Minh Hoang
</a:t>
            </a:r>
            <a:pPr indent="0" marL="0">
              <a:buNone/>
            </a:pPr>
            <a:r>
              <a:rPr lang="en-US" sz="1100" b="1" dirty="0">
                <a:solidFill>
                  <a:srgbClr val="0047BA"/>
                </a:solidFill>
              </a:rPr>
              <a:t>Final-Year Senior • National Economics University (NEU)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Dual Degrees: Logistics &amp; SCM  |  International Business Management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0" y="1005840"/>
            <a:ext cx="4873752" cy="4937760"/>
          </a:xfrm>
          <a:prstGeom prst="roundRect">
            <a:avLst>
              <a:gd name="adj" fmla="val 37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162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23444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7BA"/>
                </a:solidFill>
              </a:rPr>
              <a:t>KEY PROFILE METRICS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60020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EBF3FE"/>
          </a:solidFill>
          <a:ln w="12700">
            <a:solidFill>
              <a:srgbClr val="D6E6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691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7BA"/>
                </a:solidFill>
              </a:rPr>
              <a:t>3.52
</a:t>
            </a:r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NEU GPA / 4.0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366760" y="160020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EBF3FE"/>
          </a:solidFill>
          <a:ln w="12700">
            <a:solidFill>
              <a:srgbClr val="D6E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691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7BA"/>
                </a:solidFill>
              </a:rPr>
              <a:t>6.5
</a:t>
            </a:r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IELTS Band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875520" y="160020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EBF3FE"/>
          </a:solidFill>
          <a:ln w="12700">
            <a:solidFill>
              <a:srgbClr val="D6E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1691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7BA"/>
                </a:solidFill>
              </a:rPr>
              <a:t>0
</a:t>
            </a:r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Demurrage Days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858000" y="2834640"/>
            <a:ext cx="4343400" cy="2880360"/>
          </a:xfrm>
          <a:prstGeom prst="roundRect">
            <a:avLst>
              <a:gd name="adj" fmla="val 4762"/>
            </a:avLst>
          </a:prstGeom>
          <a:solidFill>
            <a:srgbClr val="EBF3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971800"/>
            <a:ext cx="3977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</a:rPr>
              <a:t>✓ 100% OPERATIONAL GRIT
</a:t>
            </a:r>
            <a:pPr indent="0" marL="0">
              <a:buNone/>
            </a:pPr>
            <a:r>
              <a:rPr lang="en-US" sz="1050" b="1" dirty="0">
                <a:solidFill>
                  <a:srgbClr val="0047BA"/>
                </a:solidFill>
              </a:rPr>
              <a:t>• Practical Agribusiness Logistics: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Hands-on operations at C.P. Vietnam Corporation (3F model: Feed-Farm-Food).
</a:t>
            </a:r>
            <a:pPr indent="0" marL="0">
              <a:buNone/>
            </a:pPr>
            <a:r>
              <a:rPr lang="en-US" sz="1050" b="1" dirty="0">
                <a:solidFill>
                  <a:srgbClr val="0047BA"/>
                </a:solidFill>
              </a:rPr>
              <a:t>• Zero Cost Penalties: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Successfully cleared 10 raw material import shipments with 0 demurrage or detention.
</a:t>
            </a:r>
            <a:pPr indent="0" marL="0">
              <a:buNone/>
            </a:pPr>
            <a:r>
              <a:rPr lang="en-US" sz="1050" b="1" dirty="0">
                <a:solidFill>
                  <a:srgbClr val="0047BA"/>
                </a:solidFill>
              </a:rPr>
              <a:t>• AI Operational Automation: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Pioneered custom AI agents to streamline tracking &amp; reporting workflows.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7BA"/>
                </a:solidFill>
              </a:rPr>
              <a:t>VINAMILK SUPPLY CHAIN OPERATIONS 2026</a:t>
            </a:r>
            <a:pPr indent="0" marL="0">
              <a:buNone/>
            </a:pPr>
            <a:r>
              <a:rPr lang="en-US" sz="950" dirty="0">
                <a:solidFill>
                  <a:srgbClr val="002D72"/>
                </a:solidFill>
              </a:rPr>
              <a:t>   |   01 • ABOUT ME &amp; ACADEMIC RIGOR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10725912" cy="0"/>
          </a:xfrm>
          <a:prstGeom prst="line">
            <a:avLst/>
          </a:prstGeom>
          <a:noFill/>
          <a:ln w="19050">
            <a:solidFill>
              <a:srgbClr val="D6E6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68680"/>
            <a:ext cx="4389120" cy="5486400"/>
          </a:xfrm>
          <a:prstGeom prst="roundRect">
            <a:avLst>
              <a:gd name="adj" fmla="val 3750"/>
            </a:avLst>
          </a:prstGeom>
          <a:solidFill>
            <a:srgbClr val="0047BA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DBFE"/>
                </a:solidFill>
              </a:rPr>
              <a:t>CANDIDATE PROFILE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Mind,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Instinct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0E7FF"/>
                </a:solidFill>
              </a:rPr>
              <a:t>Final-year student at National Economics University (NEU) simultaneously completing two competitive bachelor degrees in Logistics &amp; Supply Chain Management and International Business Management.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51560" y="356616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003B99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6576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"Supply chain operations is the art of synchronizing physical velocity, data integrity, and strict quality compliance. I don't just observe—I execute."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5120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DBFE"/>
                </a:solidFill>
              </a:rPr>
              <a:t>TAGS: Dual-Degree NEU  •  IELTS 6.5  •  ICDL Certified  •  AI Agent Developer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9240" y="868680"/>
            <a:ext cx="6108192" cy="2606040"/>
          </a:xfrm>
          <a:prstGeom prst="roundRect">
            <a:avLst>
              <a:gd name="adj" fmla="val 5263"/>
            </a:avLst>
          </a:prstGeom>
          <a:solidFill>
            <a:srgbClr val="EBF3FE"/>
          </a:solidFill>
          <a:ln w="12700">
            <a:solidFill>
              <a:srgbClr val="D6E6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005840"/>
            <a:ext cx="5669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47BA"/>
                </a:solidFill>
              </a:rPr>
              <a:t>THEORETICAL GROUNDING • NATIONAL ECONOMICS UNIVERSITY
</a:t>
            </a:r>
            <a:pPr indent="0" marL="0">
              <a:buNone/>
            </a:pPr>
            <a:r>
              <a:rPr lang="en-US" sz="1600" b="1" dirty="0">
                <a:solidFill>
                  <a:srgbClr val="002D72"/>
                </a:solidFill>
              </a:rPr>
              <a:t>Rigorous Supply Chain &amp; Operations Foundation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Deep understanding of queueing theory, capacity bottleneck identification, aggregate planning, and Lean waste reduction to compress order-to-delivery lead times.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• Mastery of international commercial terms (Incoterms 2020), import-export documentation, and payment verification methods (L/C, T/T).
</a:t>
            </a:r>
            <a:pPr indent="0" marL="0">
              <a:buNone/>
            </a:pPr>
            <a:r>
              <a:rPr lang="en-US" sz="1000" b="1" dirty="0">
                <a:solidFill>
                  <a:srgbClr val="0047BA"/>
                </a:solidFill>
              </a:rPr>
              <a:t>Key Coursework: Global Logistics (8.9/10) | Logistics Ops Management (8.8/10) | Foreign Trade (8.4/10)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9240" y="3703320"/>
            <a:ext cx="6108192" cy="2651760"/>
          </a:xfrm>
          <a:prstGeom prst="roundRect">
            <a:avLst>
              <a:gd name="adj" fmla="val 5172"/>
            </a:avLst>
          </a:prstGeom>
          <a:solidFill>
            <a:srgbClr val="EBF3FE"/>
          </a:solidFill>
          <a:ln w="12700">
            <a:solidFill>
              <a:srgbClr val="D6E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38404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47BA"/>
                </a:solidFill>
              </a:rPr>
              <a:t>OPERATIONAL EXPOSURE • C.P. VIETNAM CORPORATION
</a:t>
            </a:r>
            <a:pPr indent="0" marL="0">
              <a:buNone/>
            </a:pPr>
            <a:r>
              <a:rPr lang="en-US" sz="1600" b="1" dirty="0">
                <a:solidFill>
                  <a:srgbClr val="002D72"/>
                </a:solidFill>
              </a:rPr>
              <a:t>3F Model (Feed-Farm-Food) Logistics Immersion
</a:t>
            </a:r>
            <a:pPr indent="0" marL="0">
              <a:buNone/>
            </a:pPr>
            <a:r>
              <a:rPr lang="en-US" sz="1100" b="1" dirty="0">
                <a:solidFill>
                  <a:srgbClr val="0047BA"/>
                </a:solidFill>
              </a:rPr>
              <a:t>• Customs Declarations: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Successfully cleared 10 import shipments of core agricultural feed ingredients via ECUS5-VNACCS with 100% compliance.
</a:t>
            </a:r>
            <a:pPr indent="0" marL="0">
              <a:buNone/>
            </a:pPr>
            <a:r>
              <a:rPr lang="en-US" sz="1100" b="1" dirty="0">
                <a:solidFill>
                  <a:srgbClr val="0047BA"/>
                </a:solidFill>
              </a:rPr>
              <a:t>• Specialized Regulatory Compliance: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Researched HS codes and coordinated with veterinary quarantine authorities to satisfy food safety &amp; phytosanitary standards.
</a:t>
            </a:r>
            <a:pPr indent="0" marL="0">
              <a:buNone/>
            </a:pPr>
            <a:r>
              <a:rPr lang="en-US" sz="1100" b="1" dirty="0">
                <a:solidFill>
                  <a:srgbClr val="0047BA"/>
                </a:solidFill>
              </a:rPr>
              <a:t>• Airport Ground Handling: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Directly executed live chicks air cargo clearance at Noi Bai Airport, minimizing transit stress.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7BA"/>
                </a:solidFill>
              </a:rPr>
              <a:t>VINAMILK SUPPLY CHAIN OPERATIONS 2026</a:t>
            </a:r>
            <a:pPr indent="0" marL="0">
              <a:buNone/>
            </a:pPr>
            <a:r>
              <a:rPr lang="en-US" sz="950" dirty="0">
                <a:solidFill>
                  <a:srgbClr val="002D72"/>
                </a:solidFill>
              </a:rPr>
              <a:t>   |   02 • KEY STRENGTHS &amp; DIFFERENTIATORS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10725912" cy="0"/>
          </a:xfrm>
          <a:prstGeom prst="line">
            <a:avLst/>
          </a:prstGeom>
          <a:noFill/>
          <a:ln w="19050">
            <a:solidFill>
              <a:srgbClr val="D6E6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04672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4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Pillars of Operational Excellence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Combining field-tested execution, rigorous financial auditing, and modern AI automation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355848" cy="4800600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 w="19050">
            <a:solidFill>
              <a:srgbClr val="D6E6FE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783080"/>
            <a:ext cx="685800" cy="502920"/>
          </a:xfrm>
          <a:prstGeom prst="roundRect">
            <a:avLst>
              <a:gd name="adj" fmla="val 18182"/>
            </a:avLst>
          </a:prstGeom>
          <a:solidFill>
            <a:srgbClr val="0047B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1874520"/>
            <a:ext cx="1024128" cy="320040"/>
          </a:xfrm>
          <a:prstGeom prst="roundRect">
            <a:avLst>
              <a:gd name="adj" fmla="val 48571"/>
            </a:avLst>
          </a:prstGeom>
          <a:solidFill>
            <a:srgbClr val="EBF3FE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87452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7BA"/>
                </a:solidFill>
              </a:rPr>
              <a:t>EXECUTION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42316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Operational Execution &amp; Compliance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154680"/>
            <a:ext cx="2898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Reconciled commercial docs (B/L, Inv, PL, C/O) with 100% data integrity before declarations.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Successfully declared &amp; cleared 10 raw material feed shipments via ECUS5-VNACCS.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Directly executed ground ops and air cargo clearance for live chicks at Noi Bai Airport.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5715000"/>
            <a:ext cx="2990088" cy="502920"/>
          </a:xfrm>
          <a:prstGeom prst="roundRect">
            <a:avLst>
              <a:gd name="adj" fmla="val 18182"/>
            </a:avLst>
          </a:prstGeom>
          <a:solidFill>
            <a:srgbClr val="EBF3FE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7150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D72"/>
                </a:solidFill>
              </a:rPr>
              <a:t>🎯 0 demurrage or detention incurred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1554480"/>
            <a:ext cx="3355848" cy="4800600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 w="19050">
            <a:solidFill>
              <a:srgbClr val="D6E6FE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5152" y="1783080"/>
            <a:ext cx="685800" cy="502920"/>
          </a:xfrm>
          <a:prstGeom prst="roundRect">
            <a:avLst>
              <a:gd name="adj" fmla="val 18182"/>
            </a:avLst>
          </a:prstGeom>
          <a:solidFill>
            <a:srgbClr val="0047BA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152" y="17830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9672" y="1874520"/>
            <a:ext cx="1024128" cy="320040"/>
          </a:xfrm>
          <a:prstGeom prst="roundRect">
            <a:avLst>
              <a:gd name="adj" fmla="val 48571"/>
            </a:avLst>
          </a:prstGeom>
          <a:solidFill>
            <a:srgbClr val="EBF3FE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187452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7BA"/>
                </a:solidFill>
              </a:rPr>
              <a:t>ANALYTICS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45152" y="242316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Auditing &amp; Analytical Problem Solving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45152" y="3154680"/>
            <a:ext cx="2898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Formulated and maintained detailed Shipment Cost Sheets for trucking, ocean freight &amp; port fees.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Rigorously audited carrier invoices to eliminate billing discrepancies and maintain cost accuracy.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Applied queueing models &amp; safety stock calculations to resolve flow bottlenecks.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99432" y="5715000"/>
            <a:ext cx="2990088" cy="502920"/>
          </a:xfrm>
          <a:prstGeom prst="roundRect">
            <a:avLst>
              <a:gd name="adj" fmla="val 18182"/>
            </a:avLst>
          </a:prstGeom>
          <a:solidFill>
            <a:srgbClr val="EBF3FE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57150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D72"/>
                </a:solidFill>
              </a:rPr>
              <a:t>📊 100% cost auditing accuracy on billing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01584" y="1554480"/>
            <a:ext cx="3355848" cy="4800600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 w="19050">
            <a:solidFill>
              <a:srgbClr val="D6E6FE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0184" y="1783080"/>
            <a:ext cx="685800" cy="502920"/>
          </a:xfrm>
          <a:prstGeom prst="roundRect">
            <a:avLst>
              <a:gd name="adj" fmla="val 18182"/>
            </a:avLst>
          </a:prstGeom>
          <a:solidFill>
            <a:srgbClr val="0047BA"/>
          </a:solidFill>
          <a:ln/>
        </p:spPr>
      </p:sp>
      <p:sp>
        <p:nvSpPr>
          <p:cNvPr id="26" name="Text 24"/>
          <p:cNvSpPr/>
          <p:nvPr/>
        </p:nvSpPr>
        <p:spPr>
          <a:xfrm>
            <a:off x="8330184" y="17830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204704" y="1874520"/>
            <a:ext cx="1024128" cy="320040"/>
          </a:xfrm>
          <a:prstGeom prst="roundRect">
            <a:avLst>
              <a:gd name="adj" fmla="val 48571"/>
            </a:avLst>
          </a:prstGeom>
          <a:solidFill>
            <a:srgbClr val="EBF3FE"/>
          </a:solidFill>
          <a:ln/>
        </p:spPr>
      </p:sp>
      <p:sp>
        <p:nvSpPr>
          <p:cNvPr id="28" name="Text 26"/>
          <p:cNvSpPr/>
          <p:nvPr/>
        </p:nvSpPr>
        <p:spPr>
          <a:xfrm>
            <a:off x="10204704" y="187452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7BA"/>
                </a:solidFill>
              </a:rPr>
              <a:t>INNOVATION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30184" y="242316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Automation &amp; Digital Agility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30184" y="3154680"/>
            <a:ext cx="2898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Pioneered building custom AI agents on Google Antigravity to automate logistics tracking &amp; synthesis.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Replaced manual Excel reconciliation with automated scripts, boosting daily reporting speed.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ICDL International Computer Certificate; advanced Excel modeling (VLOOKUP, Pivot, Models).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84464" y="5715000"/>
            <a:ext cx="2990088" cy="502920"/>
          </a:xfrm>
          <a:prstGeom prst="roundRect">
            <a:avLst>
              <a:gd name="adj" fmla="val 18182"/>
            </a:avLst>
          </a:prstGeom>
          <a:solidFill>
            <a:srgbClr val="EBF3FE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4464" y="57150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D72"/>
                </a:solidFill>
              </a:rPr>
              <a:t>🚀 Ready for smart digital supply chain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7BA"/>
                </a:solidFill>
              </a:rPr>
              <a:t>VINAMILK SUPPLY CHAIN OPERATIONS 2026</a:t>
            </a:r>
            <a:pPr indent="0" marL="0">
              <a:buNone/>
            </a:pPr>
            <a:r>
              <a:rPr lang="en-US" sz="950" dirty="0">
                <a:solidFill>
                  <a:srgbClr val="002D72"/>
                </a:solidFill>
              </a:rPr>
              <a:t>   |   03 • MOTIVATION &amp; TARGET DESTINATION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10725912" cy="0"/>
          </a:xfrm>
          <a:prstGeom prst="line">
            <a:avLst/>
          </a:prstGeom>
          <a:noFill/>
          <a:ln w="19050">
            <a:solidFill>
              <a:srgbClr val="D6E6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04672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4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 Meets Benchmark Scale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Connecting personal operational drive with Vinamilk's world-class dairy ecosystem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157216" cy="4754880"/>
          </a:xfrm>
          <a:prstGeom prst="roundRect">
            <a:avLst>
              <a:gd name="adj" fmla="val 3462"/>
            </a:avLst>
          </a:prstGeom>
          <a:solidFill>
            <a:srgbClr val="EBF3FE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7BA"/>
                </a:solidFill>
              </a:rPr>
              <a:t>FIELD PASSION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Supply Chain Operations?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46085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47BA"/>
                </a:solidFill>
              </a:rPr>
              <a:t>• The Backbone of Daily Nutrition: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Captivated by the synchronized orchestration of raw materials, cold storage, and express distribution where every hour saved directly protects nutritional freshness.
</a:t>
            </a:r>
            <a:pPr indent="0" marL="0">
              <a:buNone/>
            </a:pPr>
            <a:r>
              <a:rPr lang="en-US" sz="1150" b="1" dirty="0">
                <a:solidFill>
                  <a:srgbClr val="0047BA"/>
                </a:solidFill>
              </a:rPr>
              <a:t>• Where Analysis Meets Floor Reality: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Supply chain operations is the ultimate arena where analytical models are tested against dynamic lead times, sudden volume surges, and tight transport schedules.
</a:t>
            </a:r>
            <a:pPr indent="0" marL="0">
              <a:buNone/>
            </a:pPr>
            <a:r>
              <a:rPr lang="en-US" sz="1150" b="1" dirty="0">
                <a:solidFill>
                  <a:srgbClr val="0047BA"/>
                </a:solidFill>
              </a:rPr>
              <a:t>• Scalable Societal Impact: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Optimizing distribution networks directly ensures essential dairy products reach millions of Vietnamese children and families reliably every morning.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0216" y="1600200"/>
            <a:ext cx="5157216" cy="4754880"/>
          </a:xfrm>
          <a:prstGeom prst="roundRect">
            <a:avLst>
              <a:gd name="adj" fmla="val 3462"/>
            </a:avLst>
          </a:prstGeom>
          <a:solidFill>
            <a:srgbClr val="0047BA"/>
          </a:solidFill>
          <a:ln/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74536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DBFE"/>
                </a:solidFill>
              </a:rPr>
              <a:t>TARGET DESTINATION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74536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Vinamilk 2026?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74536" y="2606040"/>
            <a:ext cx="46085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3C5FD"/>
                </a:solidFill>
              </a:rPr>
              <a:t>• Vietnam’s Apex FMCG Supply Chain:
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Vinamilk sets the gold standard with automated Mega Factories, high-bay AS/RS smart warehousing, and high-standard dairy farms nationwide.
</a:t>
            </a:r>
            <a:pPr indent="0" marL="0">
              <a:buNone/>
            </a:pPr>
            <a:r>
              <a:rPr lang="en-US" sz="1150" b="1" dirty="0">
                <a:solidFill>
                  <a:srgbClr val="93C5FD"/>
                </a:solidFill>
              </a:rPr>
              <a:t>• Bridge from 3F Agri to FMCG Dairy:
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Having managed feed import operations at C.P. Vietnam, I am hungry to elevate my expertise into Vinamilk’s integrated "Farm-to-Table" cold chain.
</a:t>
            </a:r>
            <a:pPr indent="0" marL="0">
              <a:buNone/>
            </a:pPr>
            <a:r>
              <a:rPr lang="en-US" sz="1150" b="1" dirty="0">
                <a:solidFill>
                  <a:srgbClr val="93C5FD"/>
                </a:solidFill>
              </a:rPr>
              <a:t>• An Action-Oriented Culture:
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Vinamilk’s promise—"direct participation in operational activities rather than observing from the sidelines"—matches my proactive, high-ownership mindset.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7BA"/>
                </a:solidFill>
              </a:rPr>
              <a:t>VINAMILK SUPPLY CHAIN OPERATIONS 2026</a:t>
            </a:r>
            <a:pPr indent="0" marL="0">
              <a:buNone/>
            </a:pPr>
            <a:r>
              <a:rPr lang="en-US" sz="950" dirty="0">
                <a:solidFill>
                  <a:srgbClr val="002D72"/>
                </a:solidFill>
              </a:rPr>
              <a:t>   |   04 • GOALS &amp; VALUE CONTRIBUTION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10725912" cy="0"/>
          </a:xfrm>
          <a:prstGeom prst="line">
            <a:avLst/>
          </a:prstGeom>
          <a:noFill/>
          <a:ln w="19050">
            <a:solidFill>
              <a:srgbClr val="D6E6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04672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4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 &amp; Value Delivery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 dual commitment: rapid personal mastery and measurable operational contribution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157216" cy="4069080"/>
          </a:xfrm>
          <a:prstGeom prst="roundRect">
            <a:avLst>
              <a:gd name="adj" fmla="val 3371"/>
            </a:avLst>
          </a:prstGeom>
          <a:solidFill>
            <a:srgbClr val="EBF3FE"/>
          </a:solidFill>
          <a:ln w="12700">
            <a:solidFill>
              <a:srgbClr val="D6E6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</a:rPr>
              <a:t>🎯 LEARNING OBJECTIVES (GROWTH ROADMAP)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2103120"/>
            <a:ext cx="47000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94560"/>
            <a:ext cx="4425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7BA"/>
                </a:solidFill>
              </a:rPr>
              <a:t>Smart Warehousing &amp; DC Operations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Gain hands-on exposure to automated AS/RS storage, inventory turnover control, and cold-chain distribution center flows.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3154680"/>
            <a:ext cx="47000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46120"/>
            <a:ext cx="4425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7BA"/>
                </a:solidFill>
              </a:rPr>
              <a:t>End-to-End Systemic Thinking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Observe how dairy farming, mega-factory processing, and nationwide primary/secondary transport synchronize under peak loads.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4206240"/>
            <a:ext cx="47000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297680"/>
            <a:ext cx="4425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7BA"/>
                </a:solidFill>
              </a:rPr>
              <a:t>Continuous Improvement (Kaizen/PDCA)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Learn structured root-cause problem solving to pinpoint bottleneck delays and compress order-to-delivery lead times.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0216" y="1554480"/>
            <a:ext cx="5157216" cy="4069080"/>
          </a:xfrm>
          <a:prstGeom prst="roundRect">
            <a:avLst>
              <a:gd name="adj" fmla="val 3371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⚡ VALUE DELIVERY (DAY 1 IMPACT)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28816" y="2103120"/>
            <a:ext cx="47000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5976" y="2194560"/>
            <a:ext cx="4425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</a:rPr>
              <a:t>Day-One Document &amp; Cost Precision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Bring proven customs clearance and cost-auditing vigilance from C.P. Vietnam to maintain 100% compliance in operational paperwork.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28816" y="3154680"/>
            <a:ext cx="47000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3246120"/>
            <a:ext cx="4425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</a:rPr>
              <a:t>Workflow Automation &amp; Productivity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Leverage AI agent scripting and advanced Excel data modeling to eliminate repetitive tracking tasks and build daily operational summaries.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28816" y="4206240"/>
            <a:ext cx="470001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4297680"/>
            <a:ext cx="4425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</a:rPr>
              <a:t>High Grit &amp; Long-Term Commitment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Eager to tackle challenging floor assignments, with the explicit goal of advancing into a full-time Supply Chain Specialist role at Vinamilk.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5806440"/>
            <a:ext cx="10725912" cy="685800"/>
          </a:xfrm>
          <a:prstGeom prst="roundRect">
            <a:avLst>
              <a:gd name="adj" fmla="val 16000"/>
            </a:avLst>
          </a:prstGeom>
          <a:solidFill>
            <a:srgbClr val="002D7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87044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Pham Minh Hoang   </a:t>
            </a:r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•  Ready for Day 1 Impact   |   </a:t>
            </a:r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📞 0349451048   •   ✉️ hoang050205@gmail.com   •   🔗 linkedin.com/in/phạm-minh-hoàng-517b66342   •   📍 Hanoi, Vietnam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Vinamilk Internship Applicant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Vinamilk Supply Chain Operations Internship 2026 - Pham Minh Hoang</dc:title>
  <dc:subject>PptxGenJS Presentation</dc:subject>
  <dc:creator>Pham Minh Hoang</dc:creator>
  <cp:lastModifiedBy>Pham Minh Hoang</cp:lastModifiedBy>
  <cp:revision>1</cp:revision>
  <dcterms:created xsi:type="dcterms:W3CDTF">2026-09-22T13:59:49Z</dcterms:created>
  <dcterms:modified xsi:type="dcterms:W3CDTF">2026-09-22T13:59:49Z</dcterms:modified>
</cp:coreProperties>
</file>